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A386BC-1B00-41ED-9209-F33A493AD0B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BAAB17A-DC1B-462E-8217-D70248F7480E}">
      <dgm:prSet custT="1"/>
      <dgm:spPr/>
      <dgm:t>
        <a:bodyPr/>
        <a:lstStyle/>
        <a:p>
          <a:r>
            <a:rPr lang="pt-BR" sz="2800" b="1"/>
            <a:t>Comunicação com a placa</a:t>
          </a:r>
          <a:endParaRPr lang="en-US" sz="2800"/>
        </a:p>
      </dgm:t>
    </dgm:pt>
    <dgm:pt modelId="{F039A839-65D7-4AC6-AB8F-A58FDD621DFA}" type="parTrans" cxnId="{D25E9A16-8DCC-4874-9F69-D0C75B34A5E5}">
      <dgm:prSet/>
      <dgm:spPr/>
      <dgm:t>
        <a:bodyPr/>
        <a:lstStyle/>
        <a:p>
          <a:endParaRPr lang="en-US" sz="2000"/>
        </a:p>
      </dgm:t>
    </dgm:pt>
    <dgm:pt modelId="{D9DB89ED-4A11-4C60-9550-4C84AD6D220C}" type="sibTrans" cxnId="{D25E9A16-8DCC-4874-9F69-D0C75B34A5E5}">
      <dgm:prSet/>
      <dgm:spPr/>
      <dgm:t>
        <a:bodyPr/>
        <a:lstStyle/>
        <a:p>
          <a:endParaRPr lang="en-US" sz="2000"/>
        </a:p>
      </dgm:t>
    </dgm:pt>
    <dgm:pt modelId="{5645ABC1-0A66-4825-8632-F5D503470121}">
      <dgm:prSet custT="1"/>
      <dgm:spPr/>
      <dgm:t>
        <a:bodyPr/>
        <a:lstStyle/>
        <a:p>
          <a:r>
            <a:rPr lang="pt-BR" sz="2000"/>
            <a:t>Usamos uma linguagem de programação</a:t>
          </a:r>
          <a:endParaRPr lang="en-US" sz="2000"/>
        </a:p>
      </dgm:t>
    </dgm:pt>
    <dgm:pt modelId="{7619C324-7546-4DAE-AE2C-CBEDBD56BB98}" type="parTrans" cxnId="{0F9299A9-C4E8-4F72-BF2A-3909599DD19D}">
      <dgm:prSet/>
      <dgm:spPr/>
      <dgm:t>
        <a:bodyPr/>
        <a:lstStyle/>
        <a:p>
          <a:endParaRPr lang="en-US" sz="2000"/>
        </a:p>
      </dgm:t>
    </dgm:pt>
    <dgm:pt modelId="{A7EDF370-84B9-4C0E-8A59-75E133B1495E}" type="sibTrans" cxnId="{0F9299A9-C4E8-4F72-BF2A-3909599DD19D}">
      <dgm:prSet/>
      <dgm:spPr/>
      <dgm:t>
        <a:bodyPr/>
        <a:lstStyle/>
        <a:p>
          <a:endParaRPr lang="en-US" sz="2000"/>
        </a:p>
      </dgm:t>
    </dgm:pt>
    <dgm:pt modelId="{58FBA5A6-79FC-423A-9ECA-67FFBD9460B4}">
      <dgm:prSet custT="1"/>
      <dgm:spPr/>
      <dgm:t>
        <a:bodyPr/>
        <a:lstStyle/>
        <a:p>
          <a:r>
            <a:rPr lang="pt-BR" sz="2000" dirty="0"/>
            <a:t>O microcontrolador entende apenas comandos escritos, não fala nossa língua</a:t>
          </a:r>
          <a:endParaRPr lang="en-US" sz="2000" dirty="0"/>
        </a:p>
      </dgm:t>
    </dgm:pt>
    <dgm:pt modelId="{7BA2632E-8EDB-4620-BE11-9C146A0A1465}" type="parTrans" cxnId="{3F26069F-A435-48F6-9AA0-07F5068A0071}">
      <dgm:prSet/>
      <dgm:spPr/>
      <dgm:t>
        <a:bodyPr/>
        <a:lstStyle/>
        <a:p>
          <a:endParaRPr lang="en-US" sz="2000"/>
        </a:p>
      </dgm:t>
    </dgm:pt>
    <dgm:pt modelId="{C6ACB867-B908-4D42-B5BF-47EB92BE0F81}" type="sibTrans" cxnId="{3F26069F-A435-48F6-9AA0-07F5068A0071}">
      <dgm:prSet/>
      <dgm:spPr/>
      <dgm:t>
        <a:bodyPr/>
        <a:lstStyle/>
        <a:p>
          <a:endParaRPr lang="en-US" sz="2000"/>
        </a:p>
      </dgm:t>
    </dgm:pt>
    <dgm:pt modelId="{88CED4CB-1B72-4C6F-9C4F-A01784A2EACB}">
      <dgm:prSet custT="1"/>
      <dgm:spPr/>
      <dgm:t>
        <a:bodyPr/>
        <a:lstStyle/>
        <a:p>
          <a:r>
            <a:rPr lang="pt-BR" sz="2800" b="1" dirty="0"/>
            <a:t>Analogia com idiomas</a:t>
          </a:r>
          <a:endParaRPr lang="en-US" sz="2800" dirty="0"/>
        </a:p>
      </dgm:t>
    </dgm:pt>
    <dgm:pt modelId="{369E6BCA-B1D2-4B90-AC02-A1B33AD7A3DC}" type="parTrans" cxnId="{8B69E4AC-5595-4B4D-A31F-F5B5C1DE6E01}">
      <dgm:prSet/>
      <dgm:spPr/>
      <dgm:t>
        <a:bodyPr/>
        <a:lstStyle/>
        <a:p>
          <a:endParaRPr lang="en-US" sz="2000"/>
        </a:p>
      </dgm:t>
    </dgm:pt>
    <dgm:pt modelId="{691769BD-B4DF-443E-9AD2-B9B8AC83639A}" type="sibTrans" cxnId="{8B69E4AC-5595-4B4D-A31F-F5B5C1DE6E01}">
      <dgm:prSet/>
      <dgm:spPr/>
      <dgm:t>
        <a:bodyPr/>
        <a:lstStyle/>
        <a:p>
          <a:endParaRPr lang="en-US" sz="2000"/>
        </a:p>
      </dgm:t>
    </dgm:pt>
    <dgm:pt modelId="{656B2922-F02D-4126-806B-E22352BF25F2}">
      <dgm:prSet custT="1"/>
      <dgm:spPr/>
      <dgm:t>
        <a:bodyPr/>
        <a:lstStyle/>
        <a:p>
          <a:r>
            <a:rPr lang="pt-BR" sz="2000"/>
            <a:t>Assim como humanos falam diferentes línguas (português, inglês, japonês etc.)</a:t>
          </a:r>
          <a:endParaRPr lang="en-US" sz="2000"/>
        </a:p>
      </dgm:t>
    </dgm:pt>
    <dgm:pt modelId="{DEA8D6EB-2DB9-494D-A38F-AE2DFB029F42}" type="parTrans" cxnId="{54C05FA2-E7AE-4170-9845-FF6B4555D7F3}">
      <dgm:prSet/>
      <dgm:spPr/>
      <dgm:t>
        <a:bodyPr/>
        <a:lstStyle/>
        <a:p>
          <a:endParaRPr lang="en-US" sz="2000"/>
        </a:p>
      </dgm:t>
    </dgm:pt>
    <dgm:pt modelId="{A6640DA3-3BDC-42C2-B452-55D8878A2BBA}" type="sibTrans" cxnId="{54C05FA2-E7AE-4170-9845-FF6B4555D7F3}">
      <dgm:prSet/>
      <dgm:spPr/>
      <dgm:t>
        <a:bodyPr/>
        <a:lstStyle/>
        <a:p>
          <a:endParaRPr lang="en-US" sz="2000"/>
        </a:p>
      </dgm:t>
    </dgm:pt>
    <dgm:pt modelId="{E38BD098-6614-4F49-8353-4674295DE14C}">
      <dgm:prSet custT="1"/>
      <dgm:spPr/>
      <dgm:t>
        <a:bodyPr/>
        <a:lstStyle/>
        <a:p>
          <a:r>
            <a:rPr lang="pt-BR" sz="2000"/>
            <a:t>O Arduino também precisa de uma linguagem específica para compreender</a:t>
          </a:r>
          <a:endParaRPr lang="en-US" sz="2000"/>
        </a:p>
      </dgm:t>
    </dgm:pt>
    <dgm:pt modelId="{241501D4-453A-43A0-B36A-FF36EB1DEEA4}" type="parTrans" cxnId="{DFCEDF7C-B124-4517-AA25-307D39F02E3A}">
      <dgm:prSet/>
      <dgm:spPr/>
      <dgm:t>
        <a:bodyPr/>
        <a:lstStyle/>
        <a:p>
          <a:endParaRPr lang="en-US" sz="2000"/>
        </a:p>
      </dgm:t>
    </dgm:pt>
    <dgm:pt modelId="{4C26193C-0984-4D91-9F5A-34E441BE784E}" type="sibTrans" cxnId="{DFCEDF7C-B124-4517-AA25-307D39F02E3A}">
      <dgm:prSet/>
      <dgm:spPr/>
      <dgm:t>
        <a:bodyPr/>
        <a:lstStyle/>
        <a:p>
          <a:endParaRPr lang="en-US" sz="2000"/>
        </a:p>
      </dgm:t>
    </dgm:pt>
    <dgm:pt modelId="{4700C9CD-ECF0-47B1-95F5-6E0A1634BDA8}">
      <dgm:prSet custT="1"/>
      <dgm:spPr/>
      <dgm:t>
        <a:bodyPr/>
        <a:lstStyle/>
        <a:p>
          <a:r>
            <a:rPr lang="pt-BR" sz="2800" b="1"/>
            <a:t>Importância da lógica</a:t>
          </a:r>
          <a:endParaRPr lang="en-US" sz="2800"/>
        </a:p>
      </dgm:t>
    </dgm:pt>
    <dgm:pt modelId="{A229E372-39D1-4D72-BE94-3693E4D15C04}" type="parTrans" cxnId="{2D33006A-DDEC-4C19-ABA1-D8C893CC5886}">
      <dgm:prSet/>
      <dgm:spPr/>
      <dgm:t>
        <a:bodyPr/>
        <a:lstStyle/>
        <a:p>
          <a:endParaRPr lang="en-US" sz="2000"/>
        </a:p>
      </dgm:t>
    </dgm:pt>
    <dgm:pt modelId="{28E71483-6749-4180-9737-8660D92AA10B}" type="sibTrans" cxnId="{2D33006A-DDEC-4C19-ABA1-D8C893CC5886}">
      <dgm:prSet/>
      <dgm:spPr/>
      <dgm:t>
        <a:bodyPr/>
        <a:lstStyle/>
        <a:p>
          <a:endParaRPr lang="en-US" sz="2000"/>
        </a:p>
      </dgm:t>
    </dgm:pt>
    <dgm:pt modelId="{AD01EC5F-352D-40C1-9529-DB067B3E6255}">
      <dgm:prSet custT="1"/>
      <dgm:spPr/>
      <dgm:t>
        <a:bodyPr/>
        <a:lstStyle/>
        <a:p>
          <a:r>
            <a:rPr lang="pt-BR" sz="2000"/>
            <a:t>Não basta usar palavras certas, é preciso ordem e coerência</a:t>
          </a:r>
          <a:endParaRPr lang="en-US" sz="2000"/>
        </a:p>
      </dgm:t>
    </dgm:pt>
    <dgm:pt modelId="{75677624-6F4A-484F-867A-E053247A0738}" type="parTrans" cxnId="{4A9DB0E3-B284-462C-94A1-72E3EA392406}">
      <dgm:prSet/>
      <dgm:spPr/>
      <dgm:t>
        <a:bodyPr/>
        <a:lstStyle/>
        <a:p>
          <a:endParaRPr lang="en-US" sz="2000"/>
        </a:p>
      </dgm:t>
    </dgm:pt>
    <dgm:pt modelId="{627F3B24-01EC-4E18-BDF8-1342B0BF5ABE}" type="sibTrans" cxnId="{4A9DB0E3-B284-462C-94A1-72E3EA392406}">
      <dgm:prSet/>
      <dgm:spPr/>
      <dgm:t>
        <a:bodyPr/>
        <a:lstStyle/>
        <a:p>
          <a:endParaRPr lang="en-US" sz="2000"/>
        </a:p>
      </dgm:t>
    </dgm:pt>
    <dgm:pt modelId="{FD02969D-944D-45CE-8204-681F85B1EAD1}">
      <dgm:prSet custT="1"/>
      <dgm:spPr/>
      <dgm:t>
        <a:bodyPr/>
        <a:lstStyle/>
        <a:p>
          <a:r>
            <a:rPr lang="pt-BR" sz="2000"/>
            <a:t>Exemplo: frases desorganizadas podem gerar comandos errados</a:t>
          </a:r>
          <a:endParaRPr lang="en-US" sz="2000"/>
        </a:p>
      </dgm:t>
    </dgm:pt>
    <dgm:pt modelId="{826B109B-A5E3-4553-B80C-71061DE96997}" type="parTrans" cxnId="{0584290B-8784-4B90-BE8A-F861A3556F31}">
      <dgm:prSet/>
      <dgm:spPr/>
      <dgm:t>
        <a:bodyPr/>
        <a:lstStyle/>
        <a:p>
          <a:endParaRPr lang="en-US" sz="2000"/>
        </a:p>
      </dgm:t>
    </dgm:pt>
    <dgm:pt modelId="{370BC67D-3A03-471C-AF2C-3821EABA8CA6}" type="sibTrans" cxnId="{0584290B-8784-4B90-BE8A-F861A3556F31}">
      <dgm:prSet/>
      <dgm:spPr/>
      <dgm:t>
        <a:bodyPr/>
        <a:lstStyle/>
        <a:p>
          <a:endParaRPr lang="en-US" sz="2000"/>
        </a:p>
      </dgm:t>
    </dgm:pt>
    <dgm:pt modelId="{39770ED6-1636-4181-8EB5-4D445753F5CE}" type="pres">
      <dgm:prSet presAssocID="{DDA386BC-1B00-41ED-9209-F33A493AD0B8}" presName="linear" presStyleCnt="0">
        <dgm:presLayoutVars>
          <dgm:animLvl val="lvl"/>
          <dgm:resizeHandles val="exact"/>
        </dgm:presLayoutVars>
      </dgm:prSet>
      <dgm:spPr/>
    </dgm:pt>
    <dgm:pt modelId="{47DA963E-AB1E-4E94-8D30-4DD44AA19E9E}" type="pres">
      <dgm:prSet presAssocID="{1BAAB17A-DC1B-462E-8217-D70248F7480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9595754-0874-413F-8267-484C1673C7BE}" type="pres">
      <dgm:prSet presAssocID="{1BAAB17A-DC1B-462E-8217-D70248F7480E}" presName="childText" presStyleLbl="revTx" presStyleIdx="0" presStyleCnt="3">
        <dgm:presLayoutVars>
          <dgm:bulletEnabled val="1"/>
        </dgm:presLayoutVars>
      </dgm:prSet>
      <dgm:spPr/>
    </dgm:pt>
    <dgm:pt modelId="{E0AC0A94-5880-4A05-90E2-605B93B9C4E2}" type="pres">
      <dgm:prSet presAssocID="{88CED4CB-1B72-4C6F-9C4F-A01784A2EAC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A72E2E-8432-4249-A00B-ED577656E0C1}" type="pres">
      <dgm:prSet presAssocID="{88CED4CB-1B72-4C6F-9C4F-A01784A2EACB}" presName="childText" presStyleLbl="revTx" presStyleIdx="1" presStyleCnt="3">
        <dgm:presLayoutVars>
          <dgm:bulletEnabled val="1"/>
        </dgm:presLayoutVars>
      </dgm:prSet>
      <dgm:spPr/>
    </dgm:pt>
    <dgm:pt modelId="{E2A91BBC-0CC2-4475-BBDD-DDF11A0E657B}" type="pres">
      <dgm:prSet presAssocID="{4700C9CD-ECF0-47B1-95F5-6E0A1634BDA8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C5862D1-650A-4CC7-9AC9-B6B152AD0A92}" type="pres">
      <dgm:prSet presAssocID="{4700C9CD-ECF0-47B1-95F5-6E0A1634BDA8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0584290B-8784-4B90-BE8A-F861A3556F31}" srcId="{4700C9CD-ECF0-47B1-95F5-6E0A1634BDA8}" destId="{FD02969D-944D-45CE-8204-681F85B1EAD1}" srcOrd="1" destOrd="0" parTransId="{826B109B-A5E3-4553-B80C-71061DE96997}" sibTransId="{370BC67D-3A03-471C-AF2C-3821EABA8CA6}"/>
    <dgm:cxn modelId="{D25E9A16-8DCC-4874-9F69-D0C75B34A5E5}" srcId="{DDA386BC-1B00-41ED-9209-F33A493AD0B8}" destId="{1BAAB17A-DC1B-462E-8217-D70248F7480E}" srcOrd="0" destOrd="0" parTransId="{F039A839-65D7-4AC6-AB8F-A58FDD621DFA}" sibTransId="{D9DB89ED-4A11-4C60-9550-4C84AD6D220C}"/>
    <dgm:cxn modelId="{364A3435-6E12-456F-A3D2-45C3AB37C3A4}" type="presOf" srcId="{4700C9CD-ECF0-47B1-95F5-6E0A1634BDA8}" destId="{E2A91BBC-0CC2-4475-BBDD-DDF11A0E657B}" srcOrd="0" destOrd="0" presId="urn:microsoft.com/office/officeart/2005/8/layout/vList2"/>
    <dgm:cxn modelId="{97493762-DD5F-4093-8C6C-109C472234F5}" type="presOf" srcId="{FD02969D-944D-45CE-8204-681F85B1EAD1}" destId="{9C5862D1-650A-4CC7-9AC9-B6B152AD0A92}" srcOrd="0" destOrd="1" presId="urn:microsoft.com/office/officeart/2005/8/layout/vList2"/>
    <dgm:cxn modelId="{2D33006A-DDEC-4C19-ABA1-D8C893CC5886}" srcId="{DDA386BC-1B00-41ED-9209-F33A493AD0B8}" destId="{4700C9CD-ECF0-47B1-95F5-6E0A1634BDA8}" srcOrd="2" destOrd="0" parTransId="{A229E372-39D1-4D72-BE94-3693E4D15C04}" sibTransId="{28E71483-6749-4180-9737-8660D92AA10B}"/>
    <dgm:cxn modelId="{C46C964B-6F66-418D-BD8B-E6D39222D9BF}" type="presOf" srcId="{88CED4CB-1B72-4C6F-9C4F-A01784A2EACB}" destId="{E0AC0A94-5880-4A05-90E2-605B93B9C4E2}" srcOrd="0" destOrd="0" presId="urn:microsoft.com/office/officeart/2005/8/layout/vList2"/>
    <dgm:cxn modelId="{DFCEDF7C-B124-4517-AA25-307D39F02E3A}" srcId="{88CED4CB-1B72-4C6F-9C4F-A01784A2EACB}" destId="{E38BD098-6614-4F49-8353-4674295DE14C}" srcOrd="1" destOrd="0" parTransId="{241501D4-453A-43A0-B36A-FF36EB1DEEA4}" sibTransId="{4C26193C-0984-4D91-9F5A-34E441BE784E}"/>
    <dgm:cxn modelId="{E543DF8E-3172-41A5-BAF9-6DBB89F1B878}" type="presOf" srcId="{AD01EC5F-352D-40C1-9529-DB067B3E6255}" destId="{9C5862D1-650A-4CC7-9AC9-B6B152AD0A92}" srcOrd="0" destOrd="0" presId="urn:microsoft.com/office/officeart/2005/8/layout/vList2"/>
    <dgm:cxn modelId="{3F26069F-A435-48F6-9AA0-07F5068A0071}" srcId="{1BAAB17A-DC1B-462E-8217-D70248F7480E}" destId="{58FBA5A6-79FC-423A-9ECA-67FFBD9460B4}" srcOrd="1" destOrd="0" parTransId="{7BA2632E-8EDB-4620-BE11-9C146A0A1465}" sibTransId="{C6ACB867-B908-4D42-B5BF-47EB92BE0F81}"/>
    <dgm:cxn modelId="{54C05FA2-E7AE-4170-9845-FF6B4555D7F3}" srcId="{88CED4CB-1B72-4C6F-9C4F-A01784A2EACB}" destId="{656B2922-F02D-4126-806B-E22352BF25F2}" srcOrd="0" destOrd="0" parTransId="{DEA8D6EB-2DB9-494D-A38F-AE2DFB029F42}" sibTransId="{A6640DA3-3BDC-42C2-B452-55D8878A2BBA}"/>
    <dgm:cxn modelId="{0F9299A9-C4E8-4F72-BF2A-3909599DD19D}" srcId="{1BAAB17A-DC1B-462E-8217-D70248F7480E}" destId="{5645ABC1-0A66-4825-8632-F5D503470121}" srcOrd="0" destOrd="0" parTransId="{7619C324-7546-4DAE-AE2C-CBEDBD56BB98}" sibTransId="{A7EDF370-84B9-4C0E-8A59-75E133B1495E}"/>
    <dgm:cxn modelId="{8B69E4AC-5595-4B4D-A31F-F5B5C1DE6E01}" srcId="{DDA386BC-1B00-41ED-9209-F33A493AD0B8}" destId="{88CED4CB-1B72-4C6F-9C4F-A01784A2EACB}" srcOrd="1" destOrd="0" parTransId="{369E6BCA-B1D2-4B90-AC02-A1B33AD7A3DC}" sibTransId="{691769BD-B4DF-443E-9AD2-B9B8AC83639A}"/>
    <dgm:cxn modelId="{808A22CA-D298-4267-9653-BBA0F2FDA917}" type="presOf" srcId="{1BAAB17A-DC1B-462E-8217-D70248F7480E}" destId="{47DA963E-AB1E-4E94-8D30-4DD44AA19E9E}" srcOrd="0" destOrd="0" presId="urn:microsoft.com/office/officeart/2005/8/layout/vList2"/>
    <dgm:cxn modelId="{CB5C86E0-E33D-4FD0-88F3-ED49CAEA4B99}" type="presOf" srcId="{E38BD098-6614-4F49-8353-4674295DE14C}" destId="{C6A72E2E-8432-4249-A00B-ED577656E0C1}" srcOrd="0" destOrd="1" presId="urn:microsoft.com/office/officeart/2005/8/layout/vList2"/>
    <dgm:cxn modelId="{4A9DB0E3-B284-462C-94A1-72E3EA392406}" srcId="{4700C9CD-ECF0-47B1-95F5-6E0A1634BDA8}" destId="{AD01EC5F-352D-40C1-9529-DB067B3E6255}" srcOrd="0" destOrd="0" parTransId="{75677624-6F4A-484F-867A-E053247A0738}" sibTransId="{627F3B24-01EC-4E18-BDF8-1342B0BF5ABE}"/>
    <dgm:cxn modelId="{F9CA88EF-E78F-445C-9BB2-998C1A5A9B8A}" type="presOf" srcId="{58FBA5A6-79FC-423A-9ECA-67FFBD9460B4}" destId="{A9595754-0874-413F-8267-484C1673C7BE}" srcOrd="0" destOrd="1" presId="urn:microsoft.com/office/officeart/2005/8/layout/vList2"/>
    <dgm:cxn modelId="{B879FFF2-4FCB-4BEA-BCFC-C374CED7B568}" type="presOf" srcId="{5645ABC1-0A66-4825-8632-F5D503470121}" destId="{A9595754-0874-413F-8267-484C1673C7BE}" srcOrd="0" destOrd="0" presId="urn:microsoft.com/office/officeart/2005/8/layout/vList2"/>
    <dgm:cxn modelId="{E4E5ECF5-F695-4BF5-9F29-7B02EAD901F8}" type="presOf" srcId="{DDA386BC-1B00-41ED-9209-F33A493AD0B8}" destId="{39770ED6-1636-4181-8EB5-4D445753F5CE}" srcOrd="0" destOrd="0" presId="urn:microsoft.com/office/officeart/2005/8/layout/vList2"/>
    <dgm:cxn modelId="{B426EFFF-E25C-4F28-8936-C3B0B8846D3D}" type="presOf" srcId="{656B2922-F02D-4126-806B-E22352BF25F2}" destId="{C6A72E2E-8432-4249-A00B-ED577656E0C1}" srcOrd="0" destOrd="0" presId="urn:microsoft.com/office/officeart/2005/8/layout/vList2"/>
    <dgm:cxn modelId="{B1C0DA5A-69C9-4B91-B857-DD25A536DDC2}" type="presParOf" srcId="{39770ED6-1636-4181-8EB5-4D445753F5CE}" destId="{47DA963E-AB1E-4E94-8D30-4DD44AA19E9E}" srcOrd="0" destOrd="0" presId="urn:microsoft.com/office/officeart/2005/8/layout/vList2"/>
    <dgm:cxn modelId="{7134C50F-23E4-4384-A9D1-997C707DFE2E}" type="presParOf" srcId="{39770ED6-1636-4181-8EB5-4D445753F5CE}" destId="{A9595754-0874-413F-8267-484C1673C7BE}" srcOrd="1" destOrd="0" presId="urn:microsoft.com/office/officeart/2005/8/layout/vList2"/>
    <dgm:cxn modelId="{F6B38E83-F43D-4EEF-BF04-190266055830}" type="presParOf" srcId="{39770ED6-1636-4181-8EB5-4D445753F5CE}" destId="{E0AC0A94-5880-4A05-90E2-605B93B9C4E2}" srcOrd="2" destOrd="0" presId="urn:microsoft.com/office/officeart/2005/8/layout/vList2"/>
    <dgm:cxn modelId="{B24D16DD-04FE-45D7-B9DB-BE1BE20C1B6C}" type="presParOf" srcId="{39770ED6-1636-4181-8EB5-4D445753F5CE}" destId="{C6A72E2E-8432-4249-A00B-ED577656E0C1}" srcOrd="3" destOrd="0" presId="urn:microsoft.com/office/officeart/2005/8/layout/vList2"/>
    <dgm:cxn modelId="{6C651648-C0A4-408B-AB62-38F592AE6E76}" type="presParOf" srcId="{39770ED6-1636-4181-8EB5-4D445753F5CE}" destId="{E2A91BBC-0CC2-4475-BBDD-DDF11A0E657B}" srcOrd="4" destOrd="0" presId="urn:microsoft.com/office/officeart/2005/8/layout/vList2"/>
    <dgm:cxn modelId="{E70AB722-A441-4782-B68C-4A96BF20FAC4}" type="presParOf" srcId="{39770ED6-1636-4181-8EB5-4D445753F5CE}" destId="{9C5862D1-650A-4CC7-9AC9-B6B152AD0A9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DA963E-AB1E-4E94-8D30-4DD44AA19E9E}">
      <dsp:nvSpPr>
        <dsp:cNvPr id="0" name=""/>
        <dsp:cNvSpPr/>
      </dsp:nvSpPr>
      <dsp:spPr>
        <a:xfrm>
          <a:off x="0" y="20389"/>
          <a:ext cx="7377545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/>
            <a:t>Comunicação com a placa</a:t>
          </a:r>
          <a:endParaRPr lang="en-US" sz="2800" kern="1200"/>
        </a:p>
      </dsp:txBody>
      <dsp:txXfrm>
        <a:off x="34726" y="55115"/>
        <a:ext cx="7308093" cy="641908"/>
      </dsp:txXfrm>
    </dsp:sp>
    <dsp:sp modelId="{A9595754-0874-413F-8267-484C1673C7BE}">
      <dsp:nvSpPr>
        <dsp:cNvPr id="0" name=""/>
        <dsp:cNvSpPr/>
      </dsp:nvSpPr>
      <dsp:spPr>
        <a:xfrm>
          <a:off x="0" y="731749"/>
          <a:ext cx="7377545" cy="96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23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/>
            <a:t>Usamos uma linguagem de programação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 dirty="0"/>
            <a:t>O microcontrolador entende apenas comandos escritos, não fala nossa língua</a:t>
          </a:r>
          <a:endParaRPr lang="en-US" sz="2000" kern="1200" dirty="0"/>
        </a:p>
      </dsp:txBody>
      <dsp:txXfrm>
        <a:off x="0" y="731749"/>
        <a:ext cx="7377545" cy="963585"/>
      </dsp:txXfrm>
    </dsp:sp>
    <dsp:sp modelId="{E0AC0A94-5880-4A05-90E2-605B93B9C4E2}">
      <dsp:nvSpPr>
        <dsp:cNvPr id="0" name=""/>
        <dsp:cNvSpPr/>
      </dsp:nvSpPr>
      <dsp:spPr>
        <a:xfrm>
          <a:off x="0" y="1695335"/>
          <a:ext cx="7377545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 dirty="0"/>
            <a:t>Analogia com idiomas</a:t>
          </a:r>
          <a:endParaRPr lang="en-US" sz="2800" kern="1200" dirty="0"/>
        </a:p>
      </dsp:txBody>
      <dsp:txXfrm>
        <a:off x="34726" y="1730061"/>
        <a:ext cx="7308093" cy="641908"/>
      </dsp:txXfrm>
    </dsp:sp>
    <dsp:sp modelId="{C6A72E2E-8432-4249-A00B-ED577656E0C1}">
      <dsp:nvSpPr>
        <dsp:cNvPr id="0" name=""/>
        <dsp:cNvSpPr/>
      </dsp:nvSpPr>
      <dsp:spPr>
        <a:xfrm>
          <a:off x="0" y="2406695"/>
          <a:ext cx="7377545" cy="1238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23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/>
            <a:t>Assim como humanos falam diferentes línguas (português, inglês, japonês etc.)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/>
            <a:t>O Arduino também precisa de uma linguagem específica para compreender</a:t>
          </a:r>
          <a:endParaRPr lang="en-US" sz="2000" kern="1200"/>
        </a:p>
      </dsp:txBody>
      <dsp:txXfrm>
        <a:off x="0" y="2406695"/>
        <a:ext cx="7377545" cy="1238895"/>
      </dsp:txXfrm>
    </dsp:sp>
    <dsp:sp modelId="{E2A91BBC-0CC2-4475-BBDD-DDF11A0E657B}">
      <dsp:nvSpPr>
        <dsp:cNvPr id="0" name=""/>
        <dsp:cNvSpPr/>
      </dsp:nvSpPr>
      <dsp:spPr>
        <a:xfrm>
          <a:off x="0" y="3645590"/>
          <a:ext cx="7377545" cy="7113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800" b="1" kern="1200"/>
            <a:t>Importância da lógica</a:t>
          </a:r>
          <a:endParaRPr lang="en-US" sz="2800" kern="1200"/>
        </a:p>
      </dsp:txBody>
      <dsp:txXfrm>
        <a:off x="34726" y="3680316"/>
        <a:ext cx="7308093" cy="641908"/>
      </dsp:txXfrm>
    </dsp:sp>
    <dsp:sp modelId="{9C5862D1-650A-4CC7-9AC9-B6B152AD0A92}">
      <dsp:nvSpPr>
        <dsp:cNvPr id="0" name=""/>
        <dsp:cNvSpPr/>
      </dsp:nvSpPr>
      <dsp:spPr>
        <a:xfrm>
          <a:off x="0" y="4356950"/>
          <a:ext cx="7377545" cy="96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23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/>
            <a:t>Não basta usar palavras certas, é preciso ordem e coerência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pt-BR" sz="2000" kern="1200"/>
            <a:t>Exemplo: frases desorganizadas podem gerar comandos errados</a:t>
          </a:r>
          <a:endParaRPr lang="en-US" sz="2000" kern="1200"/>
        </a:p>
      </dsp:txBody>
      <dsp:txXfrm>
        <a:off x="0" y="4356950"/>
        <a:ext cx="7377545" cy="9635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8810D-6673-AE45-9E45-589FAE1B9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3EBAEDA-E922-55FA-7329-0CF886EBA4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B58894-9235-3C6B-751A-3D688426C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7B0524-DC95-DCEA-D460-39926B60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4ABC964-FFFE-428E-51F5-F15A469CB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75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1F99-4253-9B8A-AA36-6DE4D91A2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0B5147-8FCD-99AE-599D-F323F90B0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69D11E-D5F5-A50F-0C40-BFF8C8EC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52ACB6-318A-267F-2456-99250FCE6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A24FA2-319D-0A9D-E621-A481B17E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52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605AD-233D-FB45-2D84-B09FA552F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88A8B3-1D02-8481-5AB8-9ED3B4802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82C910-E65B-BB31-CEFB-63ED33BE8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681BE-2A42-852B-08C5-C7899D46F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68115A-C295-D6D6-DCAD-20DC9FC6A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759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CDA1-D1CB-C18D-613B-6D71203FE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7475D7-2CFF-5E8C-F04B-AC1986FF12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323EC46-6C96-100D-7292-415AA7194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2C80B2-A8AF-0032-8AF6-C14747990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B87BB94-0B6A-B74F-25D1-43514EB5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F11AF2-287E-57AD-D537-293A2FE2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923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8CC74-9273-EEA1-7B75-A06D6A547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642F26-4B63-D1E7-0CD7-97FB36798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2FD55A-9BE0-09C1-0F1D-C26A3C5DC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B4B80A-9E08-C9EA-FC22-41DB76E9D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124F8B-973B-0032-2B18-77B37F6C62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8714869-D3A7-FDBA-62C4-5AC0D836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A7A16FC-344B-64AD-2654-5C43946F7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78B8659-555D-06C4-61DF-21295A43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49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5195D-E326-8F4D-0132-35591B86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7355CD8-1E5D-5838-01F4-B790F3191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4F80D1-DAFE-077C-480B-4894864E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7EDC6EA-0944-7F60-33F0-F6D6FC4A1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6836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7DAE836-ECAF-FCB9-32CF-385DD2DF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3D297CD-E1F8-AAB0-6F9B-78CDB410E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BE4BF9-500A-21E2-C8F8-A1FE42CA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49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50F52D-A011-8331-2596-D31CA51F0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6F61DD-2534-B215-D2FC-31C7375C2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3FA70A-679F-9F86-71BF-6758B9D5E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31281F-FBFD-F621-D7E7-4F63F905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FC09EF-1AE7-1C94-F953-0FACF66CE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9A6BD5-1E39-2930-84F2-EBB68636F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227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82897-7671-39D5-913E-532D53D7D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E09EE89-6A43-8CD2-E5EC-555500859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123C4D-90D7-6856-96EE-318754FDB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6B2418-250C-EA07-6D28-8B4DDA111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E441549-A390-0B1B-FEC9-B665D8BA1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B8E8D7-E477-91B4-3D6B-5A470F3BB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287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77B704-9E87-2AF3-733D-6F0E8B366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69839B3-734F-845D-81F6-300D517CD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840FA9-C47C-9006-3DD2-5FA6BE85F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BCB9AF-518E-7CAA-CE1B-3F878190A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0E7893B-9D61-33E7-2BD4-E06326C27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85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A71E53-6CB5-DE20-C49F-5894E5B07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341A02E-8398-90AD-269A-E01FA0BFC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5432CB-8843-0462-C11B-730F31C63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7F2BDF-67FC-B893-3A04-50DD37DF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94C48F-310A-E4AC-ED9D-89ED0FE08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109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BCCA01-5F85-29B1-0294-FF51999F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8BFDA9-E2D1-00D3-872C-519A2F02F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BACB92-2543-4645-7E7C-B51AE9F12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2F59-386D-4173-BDF5-E177289284C1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01DD42-9C96-F0EB-4B7E-5FDD52774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D60D2F-0FAC-04BB-E756-1E21E0378E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6DBFCE-12F0-46D0-99A4-8100E2EB6A1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8946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obô operando uma máquina">
            <a:extLst>
              <a:ext uri="{FF2B5EF4-FFF2-40B4-BE49-F238E27FC236}">
                <a16:creationId xmlns:a16="http://schemas.microsoft.com/office/drawing/2014/main" id="{8A29D6AE-5C83-A284-836E-7657BAC1362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3596" b="231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BB78378-A986-DE1B-9857-F5CA8363A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pt-BR" sz="11500" dirty="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Robótica e Automação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15154D-8E56-62EE-9797-80523D1781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pt-BR" sz="3200" dirty="0"/>
              <a:t>Prof. Robson Silva</a:t>
            </a:r>
          </a:p>
        </p:txBody>
      </p:sp>
    </p:spTree>
    <p:extLst>
      <p:ext uri="{BB962C8B-B14F-4D97-AF65-F5344CB8AC3E}">
        <p14:creationId xmlns:p14="http://schemas.microsoft.com/office/powerpoint/2010/main" val="18845230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1D7DE8-322E-83AC-9420-516F6E32F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pt-BR" dirty="0"/>
              <a:t>Conceitos </a:t>
            </a:r>
            <a:r>
              <a:rPr lang="pt-BR" dirty="0" err="1"/>
              <a:t>Maker</a:t>
            </a:r>
            <a:r>
              <a:rPr lang="pt-BR" dirty="0"/>
              <a:t> e Protoboard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FBC350-37B7-06AC-AAEF-9D1244AD8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465568"/>
          </a:xfrm>
        </p:spPr>
        <p:txBody>
          <a:bodyPr>
            <a:normAutofit lnSpcReduction="10000"/>
          </a:bodyPr>
          <a:lstStyle/>
          <a:p>
            <a:r>
              <a:rPr lang="pt-BR" sz="2000" noProof="0" dirty="0"/>
              <a:t>Componente para prototipagem</a:t>
            </a:r>
          </a:p>
          <a:p>
            <a:r>
              <a:rPr lang="pt-BR" sz="2000" dirty="0"/>
              <a:t>Serve para unir os fios e terminais dos outros componentes, só encaixando nos seus furos.</a:t>
            </a:r>
          </a:p>
          <a:p>
            <a:r>
              <a:rPr lang="pt-BR" sz="2000" dirty="0"/>
              <a:t>Toda linha vertical que vem 5 pontos unidos, como essas 5 marcadas na imagem, está conectada uma a outra fisicamente.</a:t>
            </a:r>
          </a:p>
          <a:p>
            <a:r>
              <a:rPr lang="pt-BR" sz="2000" dirty="0"/>
              <a:t>Os jumpers são esses fiozinhos coloridos que vem no kit</a:t>
            </a:r>
          </a:p>
        </p:txBody>
      </p:sp>
      <p:pic>
        <p:nvPicPr>
          <p:cNvPr id="7" name="Imagem 6" descr="Uma imagem contendo pente&#10;&#10;O conteúdo gerado por IA pode estar incorreto.">
            <a:extLst>
              <a:ext uri="{FF2B5EF4-FFF2-40B4-BE49-F238E27FC236}">
                <a16:creationId xmlns:a16="http://schemas.microsoft.com/office/drawing/2014/main" id="{DDB35DD3-7068-A341-B84C-21178A44AF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3" r="4531"/>
          <a:stretch>
            <a:fillRect/>
          </a:stretch>
        </p:blipFill>
        <p:spPr>
          <a:xfrm>
            <a:off x="8452968" y="3681465"/>
            <a:ext cx="3747932" cy="3176541"/>
          </a:xfrm>
          <a:custGeom>
            <a:avLst/>
            <a:gdLst/>
            <a:ahLst/>
            <a:cxnLst/>
            <a:rect l="l" t="t" r="r" b="b"/>
            <a:pathLst>
              <a:path w="3747932" h="3176541">
                <a:moveTo>
                  <a:pt x="3239865" y="21"/>
                </a:moveTo>
                <a:cubicBezTo>
                  <a:pt x="3261821" y="112"/>
                  <a:pt x="3278837" y="498"/>
                  <a:pt x="3290337" y="938"/>
                </a:cubicBezTo>
                <a:cubicBezTo>
                  <a:pt x="3401766" y="5376"/>
                  <a:pt x="3510165" y="23128"/>
                  <a:pt x="3616543" y="49449"/>
                </a:cubicBezTo>
                <a:lnTo>
                  <a:pt x="3747932" y="87091"/>
                </a:lnTo>
                <a:lnTo>
                  <a:pt x="3747932" y="3176541"/>
                </a:lnTo>
                <a:lnTo>
                  <a:pt x="401358" y="3176541"/>
                </a:lnTo>
                <a:lnTo>
                  <a:pt x="398780" y="3136258"/>
                </a:lnTo>
                <a:cubicBezTo>
                  <a:pt x="400956" y="3079023"/>
                  <a:pt x="437945" y="3052703"/>
                  <a:pt x="483325" y="3030665"/>
                </a:cubicBezTo>
                <a:cubicBezTo>
                  <a:pt x="498866" y="3023015"/>
                  <a:pt x="520932" y="3023320"/>
                  <a:pt x="526840" y="2999447"/>
                </a:cubicBezTo>
                <a:cubicBezTo>
                  <a:pt x="501352" y="2976798"/>
                  <a:pt x="470270" y="2995161"/>
                  <a:pt x="442916" y="2988735"/>
                </a:cubicBezTo>
                <a:cubicBezTo>
                  <a:pt x="420228" y="2983533"/>
                  <a:pt x="382618" y="2986286"/>
                  <a:pt x="413701" y="2944662"/>
                </a:cubicBezTo>
                <a:cubicBezTo>
                  <a:pt x="422716" y="2932726"/>
                  <a:pt x="412147" y="2923542"/>
                  <a:pt x="400645" y="2922625"/>
                </a:cubicBezTo>
                <a:cubicBezTo>
                  <a:pt x="308644" y="2913137"/>
                  <a:pt x="350915" y="2828968"/>
                  <a:pt x="321386" y="2784590"/>
                </a:cubicBezTo>
                <a:cubicBezTo>
                  <a:pt x="313307" y="2772348"/>
                  <a:pt x="322010" y="2751230"/>
                  <a:pt x="334753" y="2746027"/>
                </a:cubicBezTo>
                <a:cubicBezTo>
                  <a:pt x="416187" y="2711746"/>
                  <a:pt x="427377" y="2630027"/>
                  <a:pt x="466852" y="2559632"/>
                </a:cubicBezTo>
                <a:cubicBezTo>
                  <a:pt x="423957" y="2531782"/>
                  <a:pt x="372673" y="2525661"/>
                  <a:pt x="326361" y="2507602"/>
                </a:cubicBezTo>
                <a:cubicBezTo>
                  <a:pt x="278183" y="2488626"/>
                  <a:pt x="278183" y="2474547"/>
                  <a:pt x="317968" y="2419457"/>
                </a:cubicBezTo>
                <a:cubicBezTo>
                  <a:pt x="214465" y="2407519"/>
                  <a:pt x="214465" y="2407519"/>
                  <a:pt x="246479" y="2320903"/>
                </a:cubicBezTo>
                <a:cubicBezTo>
                  <a:pt x="159758" y="2312945"/>
                  <a:pt x="102570" y="2271933"/>
                  <a:pt x="89205" y="2182255"/>
                </a:cubicBezTo>
                <a:cubicBezTo>
                  <a:pt x="82677" y="2138795"/>
                  <a:pt x="43514" y="2118290"/>
                  <a:pt x="0" y="2089213"/>
                </a:cubicBezTo>
                <a:cubicBezTo>
                  <a:pt x="54081" y="2061053"/>
                  <a:pt x="90759" y="2002290"/>
                  <a:pt x="153855" y="2064423"/>
                </a:cubicBezTo>
                <a:cubicBezTo>
                  <a:pt x="176855" y="2087070"/>
                  <a:pt x="174683" y="2058300"/>
                  <a:pt x="177788" y="2050037"/>
                </a:cubicBezTo>
                <a:cubicBezTo>
                  <a:pt x="185247" y="2029838"/>
                  <a:pt x="169707" y="2016369"/>
                  <a:pt x="159450" y="2001067"/>
                </a:cubicBezTo>
                <a:cubicBezTo>
                  <a:pt x="149504" y="1985763"/>
                  <a:pt x="137691" y="1969543"/>
                  <a:pt x="134895" y="1952400"/>
                </a:cubicBezTo>
                <a:cubicBezTo>
                  <a:pt x="133031" y="1940465"/>
                  <a:pt x="142044" y="1923021"/>
                  <a:pt x="151990" y="1914144"/>
                </a:cubicBezTo>
                <a:cubicBezTo>
                  <a:pt x="204209" y="1867316"/>
                  <a:pt x="173127" y="1762030"/>
                  <a:pt x="271969" y="1748562"/>
                </a:cubicBezTo>
                <a:cubicBezTo>
                  <a:pt x="316415" y="1742443"/>
                  <a:pt x="337860" y="1703878"/>
                  <a:pt x="370497" y="1682760"/>
                </a:cubicBezTo>
                <a:cubicBezTo>
                  <a:pt x="483946" y="1608999"/>
                  <a:pt x="559787" y="1514119"/>
                  <a:pt x="594908" y="1383735"/>
                </a:cubicBezTo>
                <a:cubicBezTo>
                  <a:pt x="604543" y="1347620"/>
                  <a:pt x="641532" y="1318542"/>
                  <a:pt x="665465" y="1286713"/>
                </a:cubicBezTo>
                <a:cubicBezTo>
                  <a:pt x="653963" y="1263452"/>
                  <a:pt x="591178" y="1313647"/>
                  <a:pt x="613246" y="1252435"/>
                </a:cubicBezTo>
                <a:cubicBezTo>
                  <a:pt x="630030" y="1206524"/>
                  <a:pt x="672925" y="1178060"/>
                  <a:pt x="713332" y="1150820"/>
                </a:cubicBezTo>
                <a:cubicBezTo>
                  <a:pt x="759333" y="1119908"/>
                  <a:pt x="810307" y="1095117"/>
                  <a:pt x="831133" y="1037883"/>
                </a:cubicBezTo>
                <a:cubicBezTo>
                  <a:pt x="835485" y="1025640"/>
                  <a:pt x="849470" y="1012785"/>
                  <a:pt x="861903" y="1007887"/>
                </a:cubicBezTo>
                <a:cubicBezTo>
                  <a:pt x="1469751" y="63584"/>
                  <a:pt x="2910527" y="-1353"/>
                  <a:pt x="3239865" y="21"/>
                </a:cubicBezTo>
                <a:close/>
              </a:path>
            </a:pathLst>
          </a:cu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4143143-01DE-7821-2AE5-1387296304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42"/>
          <a:stretch>
            <a:fillRect/>
          </a:stretch>
        </p:blipFill>
        <p:spPr>
          <a:xfrm>
            <a:off x="5398276" y="2457970"/>
            <a:ext cx="3458367" cy="3476265"/>
          </a:xfrm>
          <a:custGeom>
            <a:avLst/>
            <a:gdLst/>
            <a:ahLst/>
            <a:cxnLst/>
            <a:rect l="l" t="t" r="r" b="b"/>
            <a:pathLst>
              <a:path w="3458367" h="3476265">
                <a:moveTo>
                  <a:pt x="549716" y="15"/>
                </a:moveTo>
                <a:cubicBezTo>
                  <a:pt x="557611" y="271"/>
                  <a:pt x="565778" y="3856"/>
                  <a:pt x="573176" y="4995"/>
                </a:cubicBezTo>
                <a:cubicBezTo>
                  <a:pt x="736504" y="30493"/>
                  <a:pt x="899830" y="58040"/>
                  <a:pt x="1063336" y="82398"/>
                </a:cubicBezTo>
                <a:cubicBezTo>
                  <a:pt x="1216195" y="105163"/>
                  <a:pt x="1370136" y="110398"/>
                  <a:pt x="1523717" y="122237"/>
                </a:cubicBezTo>
                <a:cubicBezTo>
                  <a:pt x="1709602" y="136580"/>
                  <a:pt x="1895127" y="156841"/>
                  <a:pt x="2079929" y="188711"/>
                </a:cubicBezTo>
                <a:cubicBezTo>
                  <a:pt x="2208244" y="211023"/>
                  <a:pt x="2337823" y="226502"/>
                  <a:pt x="2467943" y="208745"/>
                </a:cubicBezTo>
                <a:cubicBezTo>
                  <a:pt x="2474439" y="207834"/>
                  <a:pt x="2481839" y="204876"/>
                  <a:pt x="2487253" y="207834"/>
                </a:cubicBezTo>
                <a:cubicBezTo>
                  <a:pt x="2550419" y="241073"/>
                  <a:pt x="2619357" y="217168"/>
                  <a:pt x="2684869" y="238113"/>
                </a:cubicBezTo>
                <a:cubicBezTo>
                  <a:pt x="2668085" y="318930"/>
                  <a:pt x="2596077" y="312327"/>
                  <a:pt x="2555471" y="368331"/>
                </a:cubicBezTo>
                <a:cubicBezTo>
                  <a:pt x="2621704" y="390639"/>
                  <a:pt x="2681259" y="413178"/>
                  <a:pt x="2741717" y="430023"/>
                </a:cubicBezTo>
                <a:cubicBezTo>
                  <a:pt x="2805785" y="447780"/>
                  <a:pt x="2860106" y="495816"/>
                  <a:pt x="2922728" y="517216"/>
                </a:cubicBezTo>
                <a:cubicBezTo>
                  <a:pt x="2936085" y="521769"/>
                  <a:pt x="2952146" y="537704"/>
                  <a:pt x="2956838" y="553184"/>
                </a:cubicBezTo>
                <a:cubicBezTo>
                  <a:pt x="2971997" y="603269"/>
                  <a:pt x="3274647" y="743732"/>
                  <a:pt x="3238914" y="788350"/>
                </a:cubicBezTo>
                <a:cubicBezTo>
                  <a:pt x="3224116" y="806791"/>
                  <a:pt x="3204986" y="819994"/>
                  <a:pt x="3184953" y="838207"/>
                </a:cubicBezTo>
                <a:cubicBezTo>
                  <a:pt x="3215093" y="872582"/>
                  <a:pt x="3249020" y="887608"/>
                  <a:pt x="3285115" y="897852"/>
                </a:cubicBezTo>
                <a:cubicBezTo>
                  <a:pt x="3295944" y="901039"/>
                  <a:pt x="3306591" y="907413"/>
                  <a:pt x="3307674" y="922894"/>
                </a:cubicBezTo>
                <a:cubicBezTo>
                  <a:pt x="3308757" y="939056"/>
                  <a:pt x="3297748" y="945429"/>
                  <a:pt x="3288544" y="952944"/>
                </a:cubicBezTo>
                <a:cubicBezTo>
                  <a:pt x="3275731" y="963415"/>
                  <a:pt x="3263278" y="972523"/>
                  <a:pt x="3247036" y="973888"/>
                </a:cubicBezTo>
                <a:cubicBezTo>
                  <a:pt x="3220325" y="975937"/>
                  <a:pt x="3207513" y="1005076"/>
                  <a:pt x="3191993" y="1026930"/>
                </a:cubicBezTo>
                <a:cubicBezTo>
                  <a:pt x="3183330" y="1039224"/>
                  <a:pt x="3178998" y="1064037"/>
                  <a:pt x="3194157" y="1068363"/>
                </a:cubicBezTo>
                <a:cubicBezTo>
                  <a:pt x="3230613" y="1078837"/>
                  <a:pt x="3227725" y="1109114"/>
                  <a:pt x="3226824" y="1143489"/>
                </a:cubicBezTo>
                <a:cubicBezTo>
                  <a:pt x="3225560" y="1186061"/>
                  <a:pt x="3204083" y="1205638"/>
                  <a:pt x="3177734" y="1222030"/>
                </a:cubicBezTo>
                <a:cubicBezTo>
                  <a:pt x="3168711" y="1227720"/>
                  <a:pt x="3155898" y="1227493"/>
                  <a:pt x="3152469" y="1245250"/>
                </a:cubicBezTo>
                <a:cubicBezTo>
                  <a:pt x="3167267" y="1262097"/>
                  <a:pt x="3185314" y="1248439"/>
                  <a:pt x="3201197" y="1253218"/>
                </a:cubicBezTo>
                <a:cubicBezTo>
                  <a:pt x="3214370" y="1257088"/>
                  <a:pt x="3236208" y="1255040"/>
                  <a:pt x="3218160" y="1286000"/>
                </a:cubicBezTo>
                <a:cubicBezTo>
                  <a:pt x="3212926" y="1294878"/>
                  <a:pt x="3219062" y="1301709"/>
                  <a:pt x="3225741" y="1302392"/>
                </a:cubicBezTo>
                <a:cubicBezTo>
                  <a:pt x="3279159" y="1309449"/>
                  <a:pt x="3254615" y="1372054"/>
                  <a:pt x="3271761" y="1405063"/>
                </a:cubicBezTo>
                <a:cubicBezTo>
                  <a:pt x="3276452" y="1414169"/>
                  <a:pt x="3271399" y="1429877"/>
                  <a:pt x="3263999" y="1433747"/>
                </a:cubicBezTo>
                <a:cubicBezTo>
                  <a:pt x="3216716" y="1459245"/>
                  <a:pt x="3210220" y="1520028"/>
                  <a:pt x="3187299" y="1572389"/>
                </a:cubicBezTo>
                <a:cubicBezTo>
                  <a:pt x="3212205" y="1593104"/>
                  <a:pt x="3241982" y="1597657"/>
                  <a:pt x="3268872" y="1611089"/>
                </a:cubicBezTo>
                <a:cubicBezTo>
                  <a:pt x="3296846" y="1625204"/>
                  <a:pt x="3296846" y="1635676"/>
                  <a:pt x="3273746" y="1676653"/>
                </a:cubicBezTo>
                <a:cubicBezTo>
                  <a:pt x="3333842" y="1685532"/>
                  <a:pt x="3333842" y="1685532"/>
                  <a:pt x="3315254" y="1749957"/>
                </a:cubicBezTo>
                <a:cubicBezTo>
                  <a:pt x="3365607" y="1755877"/>
                  <a:pt x="3398812" y="1786382"/>
                  <a:pt x="3406572" y="1853085"/>
                </a:cubicBezTo>
                <a:cubicBezTo>
                  <a:pt x="3410362" y="1885411"/>
                  <a:pt x="3433101" y="1900663"/>
                  <a:pt x="3458367" y="1922291"/>
                </a:cubicBezTo>
                <a:cubicBezTo>
                  <a:pt x="3426966" y="1943236"/>
                  <a:pt x="3405669" y="1986945"/>
                  <a:pt x="3369034" y="1940730"/>
                </a:cubicBezTo>
                <a:cubicBezTo>
                  <a:pt x="3355680" y="1923885"/>
                  <a:pt x="3356941" y="1945284"/>
                  <a:pt x="3355138" y="1951430"/>
                </a:cubicBezTo>
                <a:cubicBezTo>
                  <a:pt x="3350807" y="1966455"/>
                  <a:pt x="3359830" y="1976472"/>
                  <a:pt x="3365786" y="1987854"/>
                </a:cubicBezTo>
                <a:cubicBezTo>
                  <a:pt x="3371561" y="1999237"/>
                  <a:pt x="3378420" y="2011302"/>
                  <a:pt x="3380043" y="2024054"/>
                </a:cubicBezTo>
                <a:cubicBezTo>
                  <a:pt x="3381125" y="2032931"/>
                  <a:pt x="3375892" y="2045905"/>
                  <a:pt x="3370117" y="2052509"/>
                </a:cubicBezTo>
                <a:cubicBezTo>
                  <a:pt x="3339797" y="2087340"/>
                  <a:pt x="3357844" y="2165652"/>
                  <a:pt x="3300454" y="2175670"/>
                </a:cubicBezTo>
                <a:cubicBezTo>
                  <a:pt x="3274647" y="2180221"/>
                  <a:pt x="3262195" y="2208906"/>
                  <a:pt x="3243246" y="2224614"/>
                </a:cubicBezTo>
                <a:cubicBezTo>
                  <a:pt x="3177374" y="2279478"/>
                  <a:pt x="3133338" y="2350051"/>
                  <a:pt x="3112946" y="2447031"/>
                </a:cubicBezTo>
                <a:cubicBezTo>
                  <a:pt x="3107352" y="2473894"/>
                  <a:pt x="3085875" y="2495522"/>
                  <a:pt x="3071979" y="2519197"/>
                </a:cubicBezTo>
                <a:cubicBezTo>
                  <a:pt x="3078657" y="2536499"/>
                  <a:pt x="3115112" y="2499164"/>
                  <a:pt x="3102298" y="2544694"/>
                </a:cubicBezTo>
                <a:cubicBezTo>
                  <a:pt x="3092553" y="2578843"/>
                  <a:pt x="3067647" y="2600014"/>
                  <a:pt x="3044185" y="2620276"/>
                </a:cubicBezTo>
                <a:cubicBezTo>
                  <a:pt x="3017476" y="2643268"/>
                  <a:pt x="2987879" y="2661708"/>
                  <a:pt x="2975787" y="2704279"/>
                </a:cubicBezTo>
                <a:cubicBezTo>
                  <a:pt x="2973260" y="2713386"/>
                  <a:pt x="2965140" y="2722947"/>
                  <a:pt x="2957921" y="2726591"/>
                </a:cubicBezTo>
                <a:cubicBezTo>
                  <a:pt x="2581458" y="3475797"/>
                  <a:pt x="1654740" y="3480805"/>
                  <a:pt x="1547901" y="3475568"/>
                </a:cubicBezTo>
                <a:cubicBezTo>
                  <a:pt x="1418503" y="3468966"/>
                  <a:pt x="1296143" y="3422753"/>
                  <a:pt x="1176132" y="3365156"/>
                </a:cubicBezTo>
                <a:cubicBezTo>
                  <a:pt x="1125418" y="3340797"/>
                  <a:pt x="1078316" y="3306195"/>
                  <a:pt x="1029045" y="3279332"/>
                </a:cubicBezTo>
                <a:cubicBezTo>
                  <a:pt x="961009" y="3242223"/>
                  <a:pt x="908492" y="3171424"/>
                  <a:pt x="840634" y="3141601"/>
                </a:cubicBezTo>
                <a:cubicBezTo>
                  <a:pt x="770793" y="3110867"/>
                  <a:pt x="711057" y="3054638"/>
                  <a:pt x="639229" y="3030734"/>
                </a:cubicBezTo>
                <a:cubicBezTo>
                  <a:pt x="601330" y="3017985"/>
                  <a:pt x="564695" y="2994993"/>
                  <a:pt x="570649" y="2929200"/>
                </a:cubicBezTo>
                <a:cubicBezTo>
                  <a:pt x="572274" y="2910532"/>
                  <a:pt x="562349" y="2895282"/>
                  <a:pt x="546647" y="2900745"/>
                </a:cubicBezTo>
                <a:cubicBezTo>
                  <a:pt x="516690" y="2910989"/>
                  <a:pt x="503154" y="2883898"/>
                  <a:pt x="486550" y="2863636"/>
                </a:cubicBezTo>
                <a:cubicBezTo>
                  <a:pt x="456953" y="2827667"/>
                  <a:pt x="428801" y="2789422"/>
                  <a:pt x="381697" y="2783503"/>
                </a:cubicBezTo>
                <a:cubicBezTo>
                  <a:pt x="390720" y="2755272"/>
                  <a:pt x="406060" y="2759371"/>
                  <a:pt x="420137" y="2765290"/>
                </a:cubicBezTo>
                <a:cubicBezTo>
                  <a:pt x="457133" y="2780772"/>
                  <a:pt x="493769" y="2798300"/>
                  <a:pt x="530765" y="2813781"/>
                </a:cubicBezTo>
                <a:cubicBezTo>
                  <a:pt x="554948" y="2823799"/>
                  <a:pt x="578952" y="2837912"/>
                  <a:pt x="611257" y="2826755"/>
                </a:cubicBezTo>
                <a:cubicBezTo>
                  <a:pt x="583463" y="2769843"/>
                  <a:pt x="536180" y="2759598"/>
                  <a:pt x="497920" y="2742071"/>
                </a:cubicBezTo>
                <a:cubicBezTo>
                  <a:pt x="450096" y="2719988"/>
                  <a:pt x="421942" y="2678326"/>
                  <a:pt x="388193" y="2631885"/>
                </a:cubicBezTo>
                <a:cubicBezTo>
                  <a:pt x="423386" y="2620730"/>
                  <a:pt x="445223" y="2654879"/>
                  <a:pt x="472834" y="2653056"/>
                </a:cubicBezTo>
                <a:cubicBezTo>
                  <a:pt x="474279" y="2647140"/>
                  <a:pt x="476804" y="2638488"/>
                  <a:pt x="476444" y="2638259"/>
                </a:cubicBezTo>
                <a:cubicBezTo>
                  <a:pt x="431326" y="2612763"/>
                  <a:pt x="410211" y="2564956"/>
                  <a:pt x="403173" y="2507131"/>
                </a:cubicBezTo>
                <a:cubicBezTo>
                  <a:pt x="399563" y="2477310"/>
                  <a:pt x="383140" y="2467976"/>
                  <a:pt x="366897" y="2454316"/>
                </a:cubicBezTo>
                <a:cubicBezTo>
                  <a:pt x="310230" y="2405826"/>
                  <a:pt x="250314" y="2361890"/>
                  <a:pt x="203752" y="2295188"/>
                </a:cubicBezTo>
                <a:cubicBezTo>
                  <a:pt x="257532" y="2304066"/>
                  <a:pt x="300665" y="2347547"/>
                  <a:pt x="358597" y="2366215"/>
                </a:cubicBezTo>
                <a:cubicBezTo>
                  <a:pt x="312577" y="2292910"/>
                  <a:pt x="253020" y="2255803"/>
                  <a:pt x="198698" y="2211409"/>
                </a:cubicBezTo>
                <a:cubicBezTo>
                  <a:pt x="173974" y="2191149"/>
                  <a:pt x="151055" y="2165197"/>
                  <a:pt x="121097" y="2154269"/>
                </a:cubicBezTo>
                <a:cubicBezTo>
                  <a:pt x="110448" y="2150400"/>
                  <a:pt x="92943" y="2142204"/>
                  <a:pt x="101425" y="2120577"/>
                </a:cubicBezTo>
                <a:cubicBezTo>
                  <a:pt x="108643" y="2102593"/>
                  <a:pt x="122900" y="2108055"/>
                  <a:pt x="135895" y="2113292"/>
                </a:cubicBezTo>
                <a:cubicBezTo>
                  <a:pt x="167116" y="2126269"/>
                  <a:pt x="199421" y="2126495"/>
                  <a:pt x="241652" y="2126269"/>
                </a:cubicBezTo>
                <a:cubicBezTo>
                  <a:pt x="206279" y="2066851"/>
                  <a:pt x="141489" y="2084608"/>
                  <a:pt x="111170" y="2022231"/>
                </a:cubicBezTo>
                <a:cubicBezTo>
                  <a:pt x="149069" y="2011302"/>
                  <a:pt x="178305" y="2033841"/>
                  <a:pt x="208987" y="2038166"/>
                </a:cubicBezTo>
                <a:cubicBezTo>
                  <a:pt x="236777" y="2042036"/>
                  <a:pt x="243636" y="2031565"/>
                  <a:pt x="237139" y="1997188"/>
                </a:cubicBezTo>
                <a:cubicBezTo>
                  <a:pt x="227034" y="1943690"/>
                  <a:pt x="242193" y="1916371"/>
                  <a:pt x="282618" y="1930941"/>
                </a:cubicBezTo>
                <a:cubicBezTo>
                  <a:pt x="320155" y="1944601"/>
                  <a:pt x="324125" y="1924568"/>
                  <a:pt x="314019" y="1894062"/>
                </a:cubicBezTo>
                <a:cubicBezTo>
                  <a:pt x="299582" y="1849671"/>
                  <a:pt x="316004" y="1815295"/>
                  <a:pt x="327194" y="1777960"/>
                </a:cubicBezTo>
                <a:cubicBezTo>
                  <a:pt x="344339" y="1721045"/>
                  <a:pt x="337121" y="1693272"/>
                  <a:pt x="300123" y="1650929"/>
                </a:cubicBezTo>
                <a:cubicBezTo>
                  <a:pt x="279370" y="1627251"/>
                  <a:pt x="256992" y="1607219"/>
                  <a:pt x="226852" y="1586731"/>
                </a:cubicBezTo>
                <a:cubicBezTo>
                  <a:pt x="296334" y="1575576"/>
                  <a:pt x="223423" y="1538013"/>
                  <a:pt x="247968" y="1514564"/>
                </a:cubicBezTo>
                <a:cubicBezTo>
                  <a:pt x="297056" y="1505003"/>
                  <a:pt x="337121" y="1579673"/>
                  <a:pt x="403895" y="1558274"/>
                </a:cubicBezTo>
                <a:cubicBezTo>
                  <a:pt x="321420" y="1493619"/>
                  <a:pt x="230281" y="1472448"/>
                  <a:pt x="170546" y="1386396"/>
                </a:cubicBezTo>
                <a:cubicBezTo>
                  <a:pt x="184261" y="1366817"/>
                  <a:pt x="197977" y="1385030"/>
                  <a:pt x="209707" y="1377746"/>
                </a:cubicBezTo>
                <a:cubicBezTo>
                  <a:pt x="209346" y="1373192"/>
                  <a:pt x="210250" y="1366362"/>
                  <a:pt x="208083" y="1364314"/>
                </a:cubicBezTo>
                <a:cubicBezTo>
                  <a:pt x="163508" y="1317416"/>
                  <a:pt x="162784" y="1316279"/>
                  <a:pt x="210610" y="1281675"/>
                </a:cubicBezTo>
                <a:cubicBezTo>
                  <a:pt x="227394" y="1269609"/>
                  <a:pt x="225950" y="1258909"/>
                  <a:pt x="217108" y="1243657"/>
                </a:cubicBezTo>
                <a:cubicBezTo>
                  <a:pt x="210790" y="1232957"/>
                  <a:pt x="203211" y="1223395"/>
                  <a:pt x="206820" y="1199947"/>
                </a:cubicBezTo>
                <a:cubicBezTo>
                  <a:pt x="232988" y="1229998"/>
                  <a:pt x="359499" y="1220208"/>
                  <a:pt x="381877" y="1217021"/>
                </a:cubicBezTo>
                <a:cubicBezTo>
                  <a:pt x="406963" y="1213607"/>
                  <a:pt x="431688" y="1199037"/>
                  <a:pt x="458035" y="1207003"/>
                </a:cubicBezTo>
                <a:cubicBezTo>
                  <a:pt x="479150" y="1213381"/>
                  <a:pt x="576966" y="1275073"/>
                  <a:pt x="590863" y="1204273"/>
                </a:cubicBezTo>
                <a:cubicBezTo>
                  <a:pt x="591585" y="1200858"/>
                  <a:pt x="631107" y="1208826"/>
                  <a:pt x="652403" y="1212696"/>
                </a:cubicBezTo>
                <a:cubicBezTo>
                  <a:pt x="671172" y="1215883"/>
                  <a:pt x="692288" y="1229998"/>
                  <a:pt x="704920" y="1201769"/>
                </a:cubicBezTo>
                <a:cubicBezTo>
                  <a:pt x="712320" y="1185150"/>
                  <a:pt x="681820" y="1153051"/>
                  <a:pt x="654569" y="1150320"/>
                </a:cubicBezTo>
                <a:cubicBezTo>
                  <a:pt x="630926" y="1147814"/>
                  <a:pt x="606202" y="1144172"/>
                  <a:pt x="583643" y="1151001"/>
                </a:cubicBezTo>
                <a:cubicBezTo>
                  <a:pt x="555852" y="1159198"/>
                  <a:pt x="540873" y="1145995"/>
                  <a:pt x="533111" y="1117538"/>
                </a:cubicBezTo>
                <a:cubicBezTo>
                  <a:pt x="524450" y="1086122"/>
                  <a:pt x="507845" y="1071550"/>
                  <a:pt x="484926" y="1056980"/>
                </a:cubicBezTo>
                <a:cubicBezTo>
                  <a:pt x="429340" y="1021696"/>
                  <a:pt x="375921" y="980946"/>
                  <a:pt x="314922" y="960456"/>
                </a:cubicBezTo>
                <a:cubicBezTo>
                  <a:pt x="302830" y="956358"/>
                  <a:pt x="289476" y="950894"/>
                  <a:pt x="283881" y="923805"/>
                </a:cubicBezTo>
                <a:cubicBezTo>
                  <a:pt x="449013" y="964326"/>
                  <a:pt x="599526" y="1069958"/>
                  <a:pt x="769890" y="1063811"/>
                </a:cubicBezTo>
                <a:cubicBezTo>
                  <a:pt x="723329" y="1030346"/>
                  <a:pt x="669369" y="1028524"/>
                  <a:pt x="619738" y="1005076"/>
                </a:cubicBezTo>
                <a:cubicBezTo>
                  <a:pt x="654930" y="987546"/>
                  <a:pt x="687956" y="1005759"/>
                  <a:pt x="721344" y="1015777"/>
                </a:cubicBezTo>
                <a:cubicBezTo>
                  <a:pt x="749317" y="1023970"/>
                  <a:pt x="774583" y="1025337"/>
                  <a:pt x="777650" y="976393"/>
                </a:cubicBezTo>
                <a:cubicBezTo>
                  <a:pt x="776566" y="973205"/>
                  <a:pt x="776747" y="969107"/>
                  <a:pt x="776929" y="965238"/>
                </a:cubicBezTo>
                <a:cubicBezTo>
                  <a:pt x="767542" y="944976"/>
                  <a:pt x="752926" y="934504"/>
                  <a:pt x="735601" y="928584"/>
                </a:cubicBezTo>
                <a:cubicBezTo>
                  <a:pt x="725133" y="924942"/>
                  <a:pt x="711237" y="919478"/>
                  <a:pt x="711416" y="904909"/>
                </a:cubicBezTo>
                <a:cubicBezTo>
                  <a:pt x="711958" y="850955"/>
                  <a:pt x="678571" y="835246"/>
                  <a:pt x="645185" y="819539"/>
                </a:cubicBezTo>
                <a:cubicBezTo>
                  <a:pt x="663773" y="792676"/>
                  <a:pt x="678391" y="812481"/>
                  <a:pt x="692468" y="810433"/>
                </a:cubicBezTo>
                <a:cubicBezTo>
                  <a:pt x="701672" y="809067"/>
                  <a:pt x="709973" y="806563"/>
                  <a:pt x="709973" y="792676"/>
                </a:cubicBezTo>
                <a:cubicBezTo>
                  <a:pt x="710154" y="781065"/>
                  <a:pt x="705822" y="767861"/>
                  <a:pt x="696799" y="767635"/>
                </a:cubicBezTo>
                <a:cubicBezTo>
                  <a:pt x="640312" y="765585"/>
                  <a:pt x="609090" y="690914"/>
                  <a:pt x="550437" y="690687"/>
                </a:cubicBezTo>
                <a:cubicBezTo>
                  <a:pt x="515425" y="690687"/>
                  <a:pt x="568666" y="648572"/>
                  <a:pt x="539068" y="631042"/>
                </a:cubicBezTo>
                <a:cubicBezTo>
                  <a:pt x="532570" y="627171"/>
                  <a:pt x="556032" y="621254"/>
                  <a:pt x="566500" y="622164"/>
                </a:cubicBezTo>
                <a:cubicBezTo>
                  <a:pt x="576786" y="623074"/>
                  <a:pt x="585990" y="634229"/>
                  <a:pt x="598443" y="626261"/>
                </a:cubicBezTo>
                <a:cubicBezTo>
                  <a:pt x="605300" y="597806"/>
                  <a:pt x="587615" y="587332"/>
                  <a:pt x="572996" y="579365"/>
                </a:cubicBezTo>
                <a:cubicBezTo>
                  <a:pt x="539247" y="560925"/>
                  <a:pt x="506402" y="538615"/>
                  <a:pt x="469405" y="532013"/>
                </a:cubicBezTo>
                <a:cubicBezTo>
                  <a:pt x="456232" y="529737"/>
                  <a:pt x="488355" y="499231"/>
                  <a:pt x="494671" y="488532"/>
                </a:cubicBezTo>
                <a:cubicBezTo>
                  <a:pt x="345782" y="376071"/>
                  <a:pt x="166756" y="381762"/>
                  <a:pt x="0" y="290928"/>
                </a:cubicBezTo>
                <a:cubicBezTo>
                  <a:pt x="36817" y="273173"/>
                  <a:pt x="63887" y="286148"/>
                  <a:pt x="88973" y="288880"/>
                </a:cubicBezTo>
                <a:cubicBezTo>
                  <a:pt x="151595" y="295708"/>
                  <a:pt x="213498" y="309822"/>
                  <a:pt x="275940" y="318246"/>
                </a:cubicBezTo>
                <a:cubicBezTo>
                  <a:pt x="306620" y="322344"/>
                  <a:pt x="335134" y="337824"/>
                  <a:pt x="369424" y="313239"/>
                </a:cubicBezTo>
                <a:cubicBezTo>
                  <a:pt x="392343" y="296847"/>
                  <a:pt x="428980" y="314604"/>
                  <a:pt x="457133" y="329174"/>
                </a:cubicBezTo>
                <a:cubicBezTo>
                  <a:pt x="480414" y="341238"/>
                  <a:pt x="502612" y="344425"/>
                  <a:pt x="533474" y="329174"/>
                </a:cubicBezTo>
                <a:cubicBezTo>
                  <a:pt x="505501" y="319841"/>
                  <a:pt x="484023" y="311645"/>
                  <a:pt x="462006" y="305953"/>
                </a:cubicBezTo>
                <a:cubicBezTo>
                  <a:pt x="444501" y="301400"/>
                  <a:pt x="486189" y="282960"/>
                  <a:pt x="507484" y="285237"/>
                </a:cubicBezTo>
                <a:cubicBezTo>
                  <a:pt x="537263" y="288423"/>
                  <a:pt x="520479" y="276586"/>
                  <a:pt x="515425" y="260195"/>
                </a:cubicBezTo>
                <a:cubicBezTo>
                  <a:pt x="510012" y="242665"/>
                  <a:pt x="526074" y="237203"/>
                  <a:pt x="536180" y="240844"/>
                </a:cubicBezTo>
                <a:cubicBezTo>
                  <a:pt x="574980" y="255187"/>
                  <a:pt x="613602" y="229917"/>
                  <a:pt x="653668" y="250407"/>
                </a:cubicBezTo>
                <a:cubicBezTo>
                  <a:pt x="643561" y="199867"/>
                  <a:pt x="621723" y="177784"/>
                  <a:pt x="576064" y="170726"/>
                </a:cubicBezTo>
                <a:cubicBezTo>
                  <a:pt x="558919" y="167996"/>
                  <a:pt x="541053" y="172093"/>
                  <a:pt x="526254" y="157522"/>
                </a:cubicBezTo>
                <a:cubicBezTo>
                  <a:pt x="517771" y="149101"/>
                  <a:pt x="508207" y="139084"/>
                  <a:pt x="514884" y="123603"/>
                </a:cubicBezTo>
                <a:cubicBezTo>
                  <a:pt x="519577" y="112674"/>
                  <a:pt x="529684" y="112674"/>
                  <a:pt x="537985" y="116318"/>
                </a:cubicBezTo>
                <a:cubicBezTo>
                  <a:pt x="575162" y="132483"/>
                  <a:pt x="613963" y="138400"/>
                  <a:pt x="652764" y="144320"/>
                </a:cubicBezTo>
                <a:cubicBezTo>
                  <a:pt x="658720" y="145230"/>
                  <a:pt x="665397" y="148191"/>
                  <a:pt x="672075" y="133164"/>
                </a:cubicBezTo>
                <a:cubicBezTo>
                  <a:pt x="599526" y="108805"/>
                  <a:pt x="530585" y="74202"/>
                  <a:pt x="456051" y="60770"/>
                </a:cubicBezTo>
                <a:cubicBezTo>
                  <a:pt x="457133" y="54397"/>
                  <a:pt x="458215" y="48022"/>
                  <a:pt x="459299" y="41649"/>
                </a:cubicBezTo>
                <a:cubicBezTo>
                  <a:pt x="517591" y="50753"/>
                  <a:pt x="575884" y="59859"/>
                  <a:pt x="649515" y="71243"/>
                </a:cubicBezTo>
                <a:cubicBezTo>
                  <a:pt x="604218" y="35045"/>
                  <a:pt x="561446" y="47111"/>
                  <a:pt x="527879" y="15013"/>
                </a:cubicBezTo>
                <a:cubicBezTo>
                  <a:pt x="534195" y="2833"/>
                  <a:pt x="541820" y="-241"/>
                  <a:pt x="549716" y="15"/>
                </a:cubicBezTo>
                <a:close/>
              </a:path>
            </a:pathLst>
          </a:custGeom>
        </p:spPr>
      </p:pic>
      <p:pic>
        <p:nvPicPr>
          <p:cNvPr id="5" name="Espaço Reservado para Conteúdo 4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75CC4FCF-21C5-CDEC-BA94-329888EAFE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54" r="13910" b="-2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30659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49DC91D-3A0A-746D-44B1-50E8B2F2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Teoria Elétrica e LEDs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id="{E65E538F-A32C-EECA-5CA1-10C9ABBAA8F4}"/>
              </a:ext>
            </a:extLst>
          </p:cNvPr>
          <p:cNvSpPr txBox="1"/>
          <p:nvPr/>
        </p:nvSpPr>
        <p:spPr>
          <a:xfrm>
            <a:off x="1295400" y="2288833"/>
            <a:ext cx="4800600" cy="371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noProof="0" dirty="0" err="1">
                <a:solidFill>
                  <a:schemeClr val="bg1"/>
                </a:solidFill>
              </a:rPr>
              <a:t>Diagramas</a:t>
            </a:r>
            <a:r>
              <a:rPr lang="en-US" sz="2000" noProof="0" dirty="0">
                <a:solidFill>
                  <a:schemeClr val="bg1"/>
                </a:solidFill>
              </a:rPr>
              <a:t> de </a:t>
            </a:r>
            <a:r>
              <a:rPr lang="en-US" sz="2000" noProof="0" dirty="0" err="1">
                <a:solidFill>
                  <a:schemeClr val="bg1"/>
                </a:solidFill>
              </a:rPr>
              <a:t>ligação</a:t>
            </a:r>
            <a:r>
              <a:rPr lang="en-US" sz="2000" noProof="0" dirty="0">
                <a:solidFill>
                  <a:schemeClr val="bg1"/>
                </a:solidFill>
              </a:rPr>
              <a:t> e a "</a:t>
            </a:r>
            <a:r>
              <a:rPr lang="en-US" sz="2000" noProof="0" dirty="0" err="1">
                <a:solidFill>
                  <a:schemeClr val="bg1"/>
                </a:solidFill>
              </a:rPr>
              <a:t>regra</a:t>
            </a:r>
            <a:r>
              <a:rPr lang="en-US" sz="2000" noProof="0" dirty="0">
                <a:solidFill>
                  <a:schemeClr val="bg1"/>
                </a:solidFill>
              </a:rPr>
              <a:t> das </a:t>
            </a:r>
            <a:r>
              <a:rPr lang="en-US" sz="2000" noProof="0" dirty="0" err="1">
                <a:solidFill>
                  <a:schemeClr val="bg1"/>
                </a:solidFill>
              </a:rPr>
              <a:t>bolinhas</a:t>
            </a:r>
            <a:r>
              <a:rPr lang="en-US" sz="2000" noProof="0" dirty="0">
                <a:solidFill>
                  <a:schemeClr val="bg1"/>
                </a:solidFill>
              </a:rPr>
              <a:t>" (</a:t>
            </a:r>
            <a:r>
              <a:rPr lang="en-US" sz="2000" noProof="0" dirty="0" err="1">
                <a:solidFill>
                  <a:schemeClr val="bg1"/>
                </a:solidFill>
              </a:rPr>
              <a:t>fluxo</a:t>
            </a:r>
            <a:r>
              <a:rPr lang="en-US" sz="2000" noProof="0" dirty="0">
                <a:solidFill>
                  <a:schemeClr val="bg1"/>
                </a:solidFill>
              </a:rPr>
              <a:t> de </a:t>
            </a:r>
            <a:r>
              <a:rPr lang="en-US" sz="2000" noProof="0" dirty="0" err="1">
                <a:solidFill>
                  <a:schemeClr val="bg1"/>
                </a:solidFill>
              </a:rPr>
              <a:t>energia</a:t>
            </a:r>
            <a:r>
              <a:rPr lang="en-US" sz="2000" noProof="0" dirty="0">
                <a:solidFill>
                  <a:schemeClr val="bg1"/>
                </a:solidFill>
              </a:rPr>
              <a:t>)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bg1"/>
                </a:solidFill>
              </a:rPr>
              <a:t>Por </a:t>
            </a:r>
            <a:r>
              <a:rPr lang="en-US" sz="2000" noProof="0" dirty="0" err="1">
                <a:solidFill>
                  <a:schemeClr val="bg1"/>
                </a:solidFill>
              </a:rPr>
              <a:t>que</a:t>
            </a:r>
            <a:r>
              <a:rPr lang="en-US" sz="2000" noProof="0" dirty="0">
                <a:solidFill>
                  <a:schemeClr val="bg1"/>
                </a:solidFill>
              </a:rPr>
              <a:t> usar </a:t>
            </a:r>
            <a:r>
              <a:rPr lang="en-US" sz="2000" noProof="0" dirty="0" err="1">
                <a:solidFill>
                  <a:schemeClr val="bg1"/>
                </a:solidFill>
              </a:rPr>
              <a:t>resistores</a:t>
            </a:r>
            <a:r>
              <a:rPr lang="en-US" sz="2000" noProof="0" dirty="0">
                <a:solidFill>
                  <a:schemeClr val="bg1"/>
                </a:solidFill>
              </a:rPr>
              <a:t> e </a:t>
            </a:r>
            <a:r>
              <a:rPr lang="en-US" sz="2000" noProof="0" dirty="0" err="1">
                <a:solidFill>
                  <a:schemeClr val="bg1"/>
                </a:solidFill>
              </a:rPr>
              <a:t>como</a:t>
            </a:r>
            <a:r>
              <a:rPr lang="en-US" sz="2000" noProof="0" dirty="0">
                <a:solidFill>
                  <a:schemeClr val="bg1"/>
                </a:solidFill>
              </a:rPr>
              <a:t> </a:t>
            </a:r>
            <a:r>
              <a:rPr lang="en-US" sz="2000" noProof="0" dirty="0" err="1">
                <a:solidFill>
                  <a:schemeClr val="bg1"/>
                </a:solidFill>
              </a:rPr>
              <a:t>evitar</a:t>
            </a:r>
            <a:r>
              <a:rPr lang="en-US" sz="2000" noProof="0" dirty="0">
                <a:solidFill>
                  <a:schemeClr val="bg1"/>
                </a:solidFill>
              </a:rPr>
              <a:t> </a:t>
            </a:r>
            <a:r>
              <a:rPr lang="en-US" sz="2000" noProof="0" dirty="0" err="1">
                <a:solidFill>
                  <a:schemeClr val="bg1"/>
                </a:solidFill>
              </a:rPr>
              <a:t>queimar</a:t>
            </a:r>
            <a:r>
              <a:rPr lang="en-US" sz="2000" noProof="0" dirty="0">
                <a:solidFill>
                  <a:schemeClr val="bg1"/>
                </a:solidFill>
              </a:rPr>
              <a:t> o LED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</a:t>
            </a:r>
            <a:r>
              <a:rPr lang="en-US" sz="2000" dirty="0" err="1">
                <a:solidFill>
                  <a:schemeClr val="bg1"/>
                </a:solidFill>
              </a:rPr>
              <a:t>energia</a:t>
            </a:r>
            <a:r>
              <a:rPr lang="en-US" sz="2000" dirty="0">
                <a:solidFill>
                  <a:schemeClr val="bg1"/>
                </a:solidFill>
              </a:rPr>
              <a:t> sempre </a:t>
            </a:r>
            <a:r>
              <a:rPr lang="en-US" sz="2000" dirty="0" err="1">
                <a:solidFill>
                  <a:schemeClr val="bg1"/>
                </a:solidFill>
              </a:rPr>
              <a:t>deve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voltar</a:t>
            </a:r>
            <a:r>
              <a:rPr lang="en-US" sz="2000" dirty="0">
                <a:solidFill>
                  <a:schemeClr val="bg1"/>
                </a:solidFill>
              </a:rPr>
              <a:t> pro </a:t>
            </a:r>
            <a:r>
              <a:rPr lang="en-US" sz="2000" dirty="0" err="1">
                <a:solidFill>
                  <a:schemeClr val="bg1"/>
                </a:solidFill>
              </a:rPr>
              <a:t>mesmo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lugar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saiu</a:t>
            </a:r>
            <a:r>
              <a:rPr lang="en-US" sz="2000" dirty="0">
                <a:solidFill>
                  <a:schemeClr val="bg1"/>
                </a:solidFill>
              </a:rPr>
              <a:t>, mas sempre </a:t>
            </a:r>
            <a:r>
              <a:rPr lang="en-US" sz="2000" dirty="0" err="1">
                <a:solidFill>
                  <a:schemeClr val="bg1"/>
                </a:solidFill>
              </a:rPr>
              <a:t>pelo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caminho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diferente</a:t>
            </a:r>
            <a:r>
              <a:rPr lang="en-US" sz="2000" dirty="0">
                <a:solidFill>
                  <a:schemeClr val="bg1"/>
                </a:solidFill>
              </a:rPr>
              <a:t> do </a:t>
            </a:r>
            <a:r>
              <a:rPr lang="en-US" sz="2000" dirty="0" err="1">
                <a:solidFill>
                  <a:schemeClr val="bg1"/>
                </a:solidFill>
              </a:rPr>
              <a:t>que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ela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veio</a:t>
            </a:r>
            <a:r>
              <a:rPr lang="en-US" sz="2000" dirty="0">
                <a:solidFill>
                  <a:schemeClr val="bg1"/>
                </a:solidFill>
              </a:rPr>
              <a:t>!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Tensão</a:t>
            </a:r>
            <a:r>
              <a:rPr lang="en-US" sz="2000" dirty="0">
                <a:solidFill>
                  <a:schemeClr val="bg1"/>
                </a:solidFill>
              </a:rPr>
              <a:t> e </a:t>
            </a:r>
            <a:r>
              <a:rPr lang="en-US" sz="2000" dirty="0" err="1">
                <a:solidFill>
                  <a:schemeClr val="bg1"/>
                </a:solidFill>
              </a:rPr>
              <a:t>resitencia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1" name="Imagem 10" descr="Diagrama&#10;&#10;O conteúdo gerado por IA pode estar incorreto.">
            <a:extLst>
              <a:ext uri="{FF2B5EF4-FFF2-40B4-BE49-F238E27FC236}">
                <a16:creationId xmlns:a16="http://schemas.microsoft.com/office/drawing/2014/main" id="{3BA45D0C-FFDF-07F4-2510-B57E4956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694" y="369913"/>
            <a:ext cx="2263637" cy="278453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Espaço Reservado para Conteúdo 6" descr="Diagrama&#10;&#10;O conteúdo gerado por IA pode estar incorreto.">
            <a:extLst>
              <a:ext uri="{FF2B5EF4-FFF2-40B4-BE49-F238E27FC236}">
                <a16:creationId xmlns:a16="http://schemas.microsoft.com/office/drawing/2014/main" id="{211F0068-5936-B1F4-45FD-DC030C8209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80881" y="3730267"/>
            <a:ext cx="2304200" cy="278453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42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C824B3-D772-67FC-72E5-E242063D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518" y="249761"/>
            <a:ext cx="10128394" cy="87245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O "</a:t>
            </a:r>
            <a:r>
              <a:rPr lang="pt-BR" sz="4000" noProof="0" dirty="0">
                <a:solidFill>
                  <a:schemeClr val="bg1"/>
                </a:solidFill>
              </a:rPr>
              <a:t>Cérebro</a:t>
            </a:r>
            <a:r>
              <a:rPr lang="en-US" sz="4000" dirty="0">
                <a:solidFill>
                  <a:schemeClr val="bg1"/>
                </a:solidFill>
              </a:rPr>
              <a:t>" e o Software</a:t>
            </a:r>
          </a:p>
        </p:txBody>
      </p:sp>
      <p:pic>
        <p:nvPicPr>
          <p:cNvPr id="5" name="Espaço Reservado para Conteúdo 4" descr="Tela de um aparelho eletrônico&#10;&#10;O conteúdo gerado por IA pode estar incorreto.">
            <a:extLst>
              <a:ext uri="{FF2B5EF4-FFF2-40B4-BE49-F238E27FC236}">
                <a16:creationId xmlns:a16="http://schemas.microsoft.com/office/drawing/2014/main" id="{5F8031AD-4BF4-D95F-4C94-A6DDD0338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241" r="1554" b="2"/>
          <a:stretch>
            <a:fillRect/>
          </a:stretch>
        </p:blipFill>
        <p:spPr>
          <a:xfrm>
            <a:off x="827088" y="1498600"/>
            <a:ext cx="5260975" cy="4676775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</p:spPr>
      </p:pic>
      <p:grpSp>
        <p:nvGrpSpPr>
          <p:cNvPr id="35" name="Group 30">
            <a:extLst>
              <a:ext uri="{FF2B5EF4-FFF2-40B4-BE49-F238E27FC236}">
                <a16:creationId xmlns:a16="http://schemas.microsoft.com/office/drawing/2014/main" id="{0EAC7AFE-68C0-41EB-A1C7-108E60D7C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8" y="4795537"/>
            <a:ext cx="5260975" cy="1410656"/>
            <a:chOff x="827088" y="4795537"/>
            <a:chExt cx="5260975" cy="1410656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7393A7-D6DA-410B-8699-AA56B57BF7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8" y="4795537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EC44C88-69E3-42EE-86E8-9B45F712B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8" y="4795537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F3AAE349-D4CC-E8BC-4D22-7C42CA7EA9B8}"/>
              </a:ext>
            </a:extLst>
          </p:cNvPr>
          <p:cNvSpPr txBox="1"/>
          <p:nvPr/>
        </p:nvSpPr>
        <p:spPr>
          <a:xfrm>
            <a:off x="6452755" y="976745"/>
            <a:ext cx="5476009" cy="56314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chemeClr val="bg1">
                    <a:alpha val="80000"/>
                  </a:schemeClr>
                </a:solidFill>
              </a:rPr>
              <a:t>O que é</a:t>
            </a:r>
            <a:endParaRPr lang="pt-BR" noProof="0" dirty="0">
              <a:solidFill>
                <a:schemeClr val="bg1">
                  <a:alpha val="80000"/>
                </a:schemeClr>
              </a:solidFill>
            </a:endParaRP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Placa com circuitos integrados e componentes eletrônicos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Presente no kit </a:t>
            </a:r>
            <a:r>
              <a:rPr lang="pt-BR" i="1" noProof="0" dirty="0">
                <a:solidFill>
                  <a:schemeClr val="bg1">
                    <a:alpha val="80000"/>
                  </a:schemeClr>
                </a:solidFill>
              </a:rPr>
              <a:t>Arduino Kids</a:t>
            </a:r>
            <a:endParaRPr lang="pt-BR" noProof="0" dirty="0">
              <a:solidFill>
                <a:schemeClr val="bg1">
                  <a:alpha val="80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chemeClr val="bg1">
                    <a:alpha val="80000"/>
                  </a:schemeClr>
                </a:solidFill>
              </a:rPr>
              <a:t>Função principal</a:t>
            </a:r>
            <a:endParaRPr lang="pt-BR" noProof="0" dirty="0">
              <a:solidFill>
                <a:schemeClr val="bg1">
                  <a:alpha val="80000"/>
                </a:schemeClr>
              </a:solidFill>
            </a:endParaRP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Controlar circuitos por meio de comandos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Permitir medições e monitoramento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chemeClr val="bg1">
                    <a:alpha val="80000"/>
                  </a:schemeClr>
                </a:solidFill>
              </a:rPr>
              <a:t>Microcontrolador</a:t>
            </a:r>
            <a:endParaRPr lang="pt-BR" noProof="0" dirty="0">
              <a:solidFill>
                <a:schemeClr val="bg1">
                  <a:alpha val="80000"/>
                </a:schemeClr>
              </a:solidFill>
            </a:endParaRP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Maior componente da placa (retangular e preto)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Responsável por controlar tudo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chemeClr val="bg1">
                    <a:alpha val="80000"/>
                  </a:schemeClr>
                </a:solidFill>
              </a:rPr>
              <a:t>Pinos de programação</a:t>
            </a:r>
            <a:endParaRPr lang="pt-BR" noProof="0" dirty="0">
              <a:solidFill>
                <a:schemeClr val="bg1">
                  <a:alpha val="80000"/>
                </a:schemeClr>
              </a:solidFill>
            </a:endParaRP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chemeClr val="bg1">
                    <a:alpha val="80000"/>
                  </a:schemeClr>
                </a:solidFill>
              </a:rPr>
              <a:t>Digitais (0 a 12)</a:t>
            </a: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 – localizados na parte superior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chemeClr val="bg1">
                    <a:alpha val="80000"/>
                  </a:schemeClr>
                </a:solidFill>
              </a:rPr>
              <a:t>Analógicos (A0 a A5)</a:t>
            </a: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 – localizados na parte inferior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Usados para dar vida aos projetos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chemeClr val="bg1">
                    <a:alpha val="80000"/>
                  </a:schemeClr>
                </a:solidFill>
              </a:rPr>
              <a:t>Pinos de energia</a:t>
            </a:r>
            <a:endParaRPr lang="pt-BR" noProof="0" dirty="0">
              <a:solidFill>
                <a:schemeClr val="bg1">
                  <a:alpha val="80000"/>
                </a:schemeClr>
              </a:solidFill>
            </a:endParaRP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chemeClr val="bg1">
                    <a:alpha val="80000"/>
                  </a:schemeClr>
                </a:solidFill>
              </a:rPr>
              <a:t>5V e GND</a:t>
            </a: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 – fornecem energia essencial para os circuitos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b="1" noProof="0" dirty="0">
                <a:solidFill>
                  <a:schemeClr val="bg1">
                    <a:alpha val="80000"/>
                  </a:schemeClr>
                </a:solidFill>
              </a:rPr>
              <a:t>3.3V</a:t>
            </a:r>
            <a:r>
              <a:rPr lang="pt-BR" noProof="0" dirty="0">
                <a:solidFill>
                  <a:schemeClr val="bg1">
                    <a:alpha val="80000"/>
                  </a:schemeClr>
                </a:solidFill>
              </a:rPr>
              <a:t> – usado para componentes que não suportam 5V</a:t>
            </a:r>
          </a:p>
        </p:txBody>
      </p:sp>
    </p:spTree>
    <p:extLst>
      <p:ext uri="{BB962C8B-B14F-4D97-AF65-F5344CB8AC3E}">
        <p14:creationId xmlns:p14="http://schemas.microsoft.com/office/powerpoint/2010/main" val="2421785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8FB8A-238C-812A-7E18-47E5C0C9B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7384" y="169911"/>
            <a:ext cx="5444382" cy="1402470"/>
          </a:xfrm>
        </p:spPr>
        <p:txBody>
          <a:bodyPr anchor="t">
            <a:normAutofit/>
          </a:bodyPr>
          <a:lstStyle/>
          <a:p>
            <a:r>
              <a:rPr lang="pt-BR" sz="3200" dirty="0"/>
              <a:t>Programando o Arduino</a:t>
            </a:r>
          </a:p>
        </p:txBody>
      </p:sp>
      <p:pic>
        <p:nvPicPr>
          <p:cNvPr id="12" name="Picture 4" descr="Caixas de diálogo de várias cores">
            <a:extLst>
              <a:ext uri="{FF2B5EF4-FFF2-40B4-BE49-F238E27FC236}">
                <a16:creationId xmlns:a16="http://schemas.microsoft.com/office/drawing/2014/main" id="{265A3B94-2BE5-47B5-7FFF-4EB0C68868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42" r="22947" b="2"/>
          <a:stretch>
            <a:fillRect/>
          </a:stretch>
        </p:blipFill>
        <p:spPr>
          <a:xfrm>
            <a:off x="0" y="10"/>
            <a:ext cx="4291446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Espaço Reservado para Conteúdo 2">
            <a:extLst>
              <a:ext uri="{FF2B5EF4-FFF2-40B4-BE49-F238E27FC236}">
                <a16:creationId xmlns:a16="http://schemas.microsoft.com/office/drawing/2014/main" id="{569274F1-18C8-4C42-49FC-B7748EE80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081794"/>
              </p:ext>
            </p:extLst>
          </p:nvPr>
        </p:nvGraphicFramePr>
        <p:xfrm>
          <a:off x="4582391" y="1226129"/>
          <a:ext cx="7377545" cy="5340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12826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237512-43D5-A3A9-8E30-669E2D16E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2882" y="169911"/>
            <a:ext cx="5920057" cy="879571"/>
          </a:xfrm>
        </p:spPr>
        <p:txBody>
          <a:bodyPr anchor="t">
            <a:normAutofit/>
          </a:bodyPr>
          <a:lstStyle/>
          <a:p>
            <a:r>
              <a:rPr lang="pt-BR" sz="3200" dirty="0"/>
              <a:t>Algoritmos e Programação Visual</a:t>
            </a:r>
          </a:p>
        </p:txBody>
      </p:sp>
      <p:pic>
        <p:nvPicPr>
          <p:cNvPr id="6" name="Picture 5" descr="Tela de fundo de placa de circuito">
            <a:extLst>
              <a:ext uri="{FF2B5EF4-FFF2-40B4-BE49-F238E27FC236}">
                <a16:creationId xmlns:a16="http://schemas.microsoft.com/office/drawing/2014/main" id="{3BC770BC-11B6-A02C-009C-2CD6F48BAA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02" r="42249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C266AFA-DBF2-7482-36EC-61CF09258A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51178" y="1267691"/>
            <a:ext cx="6787977" cy="542039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 que é um algoritmo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Um passo a passo para realizar uma tarefa </a:t>
            </a:r>
          </a:p>
          <a:p>
            <a:pPr marL="457200" marR="0" lvl="1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Exemplo: receita de pudim = sequência de instruções </a:t>
            </a:r>
          </a:p>
          <a:p>
            <a:pPr marL="0" marR="0" lvl="0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Máquinas e algoritmos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57200" marR="0" lvl="1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Computadores e Arduino seguem instruções exatas </a:t>
            </a:r>
          </a:p>
          <a:p>
            <a:pPr marL="457200" marR="0" lvl="1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Necessário respeitar lógica e estrutura dos comandos </a:t>
            </a:r>
          </a:p>
          <a:p>
            <a:pPr marL="0" marR="0" lvl="0" indent="0" defTabSz="914400" rtl="0" eaLnBrk="0" fontAlgn="base" latinLnBrk="0" hangingPunct="0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Programação visual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457200" lvl="1" indent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Nesta aula, usamos blocos coloridos como peças de montar </a:t>
            </a:r>
          </a:p>
          <a:p>
            <a:pPr marL="457200" lvl="1" indent="0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pt-BR" altLang="pt-BR" sz="2000" dirty="0">
                <a:latin typeface="Arial" panose="020B0604020202020204" pitchFamily="34" charset="0"/>
              </a:rPr>
              <a:t>Permite aprender brincando, modificando e personalizando códigos </a:t>
            </a:r>
          </a:p>
        </p:txBody>
      </p:sp>
    </p:spTree>
    <p:extLst>
      <p:ext uri="{BB962C8B-B14F-4D97-AF65-F5344CB8AC3E}">
        <p14:creationId xmlns:p14="http://schemas.microsoft.com/office/powerpoint/2010/main" val="19355616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352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Robótica e Automação</vt:lpstr>
      <vt:lpstr>Conceitos Maker e Protoboard</vt:lpstr>
      <vt:lpstr>Teoria Elétrica e LEDs</vt:lpstr>
      <vt:lpstr>O "Cérebro" e o Software</vt:lpstr>
      <vt:lpstr>Programando o Arduino</vt:lpstr>
      <vt:lpstr>Algoritmos e Programação Visual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Robson Silva</dc:creator>
  <cp:lastModifiedBy>Robson Silva</cp:lastModifiedBy>
  <cp:revision>2</cp:revision>
  <dcterms:created xsi:type="dcterms:W3CDTF">2026-03-03T13:45:38Z</dcterms:created>
  <dcterms:modified xsi:type="dcterms:W3CDTF">2026-03-03T14:17:24Z</dcterms:modified>
</cp:coreProperties>
</file>